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974687301c4992" /><Relationship Type="http://schemas.openxmlformats.org/officeDocument/2006/relationships/extended-properties" Target="/docProps/app.xml" Id="Rd6f3c5a88e384940" /><Relationship Type="http://schemas.openxmlformats.org/officeDocument/2006/relationships/officeDocument" Target="/ppt/presentation.xml" Id="R8aee8b1c83a94a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03c4315906429d"/>
  </p:sldMasterIdLst>
  <p:notesMasterIdLst>
    <p:notesMasterId xmlns:r="http://schemas.openxmlformats.org/officeDocument/2006/relationships" r:id="R907b0e62935f46cf"/>
  </p:notesMasterIdLst>
  <p:sldIdLst>
    <p:sldId xmlns:r="http://schemas.openxmlformats.org/officeDocument/2006/relationships" id="256" r:id="R11504c80887f4b6e"/>
    <p:sldId xmlns:r="http://schemas.openxmlformats.org/officeDocument/2006/relationships" id="257" r:id="R977d66b61f8840ab"/>
    <p:sldId xmlns:r="http://schemas.openxmlformats.org/officeDocument/2006/relationships" id="258" r:id="R4ccc07ce44034e88"/>
    <p:sldId xmlns:r="http://schemas.openxmlformats.org/officeDocument/2006/relationships" id="259" r:id="R353326058ef6495e"/>
    <p:sldId xmlns:r="http://schemas.openxmlformats.org/officeDocument/2006/relationships" id="260" r:id="R12c196281c5d4fd1"/>
    <p:sldId xmlns:r="http://schemas.openxmlformats.org/officeDocument/2006/relationships" id="261" r:id="Rb7d1c3927f5b49c0"/>
    <p:sldId xmlns:r="http://schemas.openxmlformats.org/officeDocument/2006/relationships" id="262" r:id="Rab25f26fb4c941a5"/>
    <p:sldId xmlns:r="http://schemas.openxmlformats.org/officeDocument/2006/relationships" id="263" r:id="R806c48ba4d6842ed"/>
    <p:sldId xmlns:r="http://schemas.openxmlformats.org/officeDocument/2006/relationships" id="264" r:id="R3023c1ba8183472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c4315906429d" /><Relationship Type="http://schemas.openxmlformats.org/officeDocument/2006/relationships/theme" Target="/ppt/theme/theme1.xml" Id="R5376fe71690042bb" /><Relationship Type="http://schemas.openxmlformats.org/officeDocument/2006/relationships/notesMaster" Target="/ppt/notesMasters/notesMaster1.xml" Id="R907b0e62935f46cf" /><Relationship Type="http://schemas.openxmlformats.org/officeDocument/2006/relationships/presProps" Target="/ppt/presProps.xml" Id="R183ea5c6e75240a0" /><Relationship Type="http://schemas.openxmlformats.org/officeDocument/2006/relationships/viewProps" Target="/ppt/viewProps.xml" Id="Ra7b13a0bd5f643e9" /><Relationship Type="http://schemas.openxmlformats.org/officeDocument/2006/relationships/tableStyles" Target="/ppt/tableStyles.xml" Id="R08fadd1015904e80" /><Relationship Type="http://schemas.openxmlformats.org/officeDocument/2006/relationships/slide" Target="/ppt/slides/slide1.xml" Id="R11504c80887f4b6e" /><Relationship Type="http://schemas.openxmlformats.org/officeDocument/2006/relationships/slide" Target="/ppt/slides/slide2.xml" Id="R977d66b61f8840ab" /><Relationship Type="http://schemas.openxmlformats.org/officeDocument/2006/relationships/slide" Target="/ppt/slides/slide3.xml" Id="R4ccc07ce44034e88" /><Relationship Type="http://schemas.openxmlformats.org/officeDocument/2006/relationships/slide" Target="/ppt/slides/slide4.xml" Id="R353326058ef6495e" /><Relationship Type="http://schemas.openxmlformats.org/officeDocument/2006/relationships/slide" Target="/ppt/slides/slide5.xml" Id="R12c196281c5d4fd1" /><Relationship Type="http://schemas.openxmlformats.org/officeDocument/2006/relationships/slide" Target="/ppt/slides/slide6.xml" Id="Rb7d1c3927f5b49c0" /><Relationship Type="http://schemas.openxmlformats.org/officeDocument/2006/relationships/slide" Target="/ppt/slides/slide7.xml" Id="Rab25f26fb4c941a5" /><Relationship Type="http://schemas.openxmlformats.org/officeDocument/2006/relationships/slide" Target="/ppt/slides/slide8.xml" Id="R806c48ba4d6842ed" /><Relationship Type="http://schemas.openxmlformats.org/officeDocument/2006/relationships/slide" Target="/ppt/slides/slide9.xml" Id="R3023c1ba818347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9a4a916a5240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87fb799cb4a1d" /><Relationship Type="http://schemas.openxmlformats.org/officeDocument/2006/relationships/notesMaster" Target="/ppt/notesMasters/notesMaster1.xml" Id="R790f25adcf61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66d47e576444f2" /><Relationship Type="http://schemas.openxmlformats.org/officeDocument/2006/relationships/notesMaster" Target="/ppt/notesMasters/notesMaster1.xml" Id="Rf1d42b5256a44d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2ee7a1ea54860" /><Relationship Type="http://schemas.openxmlformats.org/officeDocument/2006/relationships/notesMaster" Target="/ppt/notesMasters/notesMaster1.xml" Id="R5d9f98d2ae134f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12dc4cc7340df" /><Relationship Type="http://schemas.openxmlformats.org/officeDocument/2006/relationships/notesMaster" Target="/ppt/notesMasters/notesMaster1.xml" Id="Ra7f29ff72caa42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124cccf07403f" /><Relationship Type="http://schemas.openxmlformats.org/officeDocument/2006/relationships/notesMaster" Target="/ppt/notesMasters/notesMaster1.xml" Id="Rebefc8dc2ae94e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d5dadc50354db9" /><Relationship Type="http://schemas.openxmlformats.org/officeDocument/2006/relationships/notesMaster" Target="/ppt/notesMasters/notesMaster1.xml" Id="R026840a0df5b4c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93ef4659dc4ccd" /><Relationship Type="http://schemas.openxmlformats.org/officeDocument/2006/relationships/notesMaster" Target="/ppt/notesMasters/notesMaster1.xml" Id="Ra0e0bdb9f4624f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f21e08a59442c9" /><Relationship Type="http://schemas.openxmlformats.org/officeDocument/2006/relationships/notesMaster" Target="/ppt/notesMasters/notesMaster1.xml" Id="R88a1d14ac2da41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3163e822904d26" /><Relationship Type="http://schemas.openxmlformats.org/officeDocument/2006/relationships/notesMaster" Target="/ppt/notesMasters/notesMaster1.xml" Id="R1d3c79230f03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eb7c4f1f443d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6348ba560c4944" /><Relationship Type="http://schemas.openxmlformats.org/officeDocument/2006/relationships/slideLayout" Target="/ppt/slideLayouts/slideLayout2.xml" Id="R4ebe8e2cfbb4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be8e2cfbb4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507056d7c423a" /><Relationship Type="http://schemas.openxmlformats.org/officeDocument/2006/relationships/image" Target="/ppt/media/image.png" Id="R7a67a58cf3ae43d8" /><Relationship Type="http://schemas.openxmlformats.org/officeDocument/2006/relationships/notesSlide" Target="/ppt/notesSlides/notesSlide1.xml" Id="R47e3b7fa0a8d48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cb890978c430c" /><Relationship Type="http://schemas.openxmlformats.org/officeDocument/2006/relationships/image" Target="/ppt/media/image2.png" Id="R37a2cf35fa61477b" /><Relationship Type="http://schemas.openxmlformats.org/officeDocument/2006/relationships/notesSlide" Target="/ppt/notesSlides/notesSlide2.xml" Id="R0f2b3c16453a49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bd275adbf74b43" /><Relationship Type="http://schemas.openxmlformats.org/officeDocument/2006/relationships/image" Target="/ppt/media/image3.png" Id="Rfd92fbb9a82041ac" /><Relationship Type="http://schemas.openxmlformats.org/officeDocument/2006/relationships/notesSlide" Target="/ppt/notesSlides/notesSlide3.xml" Id="R0a416f173f32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50296d6cd444a3" /><Relationship Type="http://schemas.openxmlformats.org/officeDocument/2006/relationships/image" Target="/ppt/media/image4.png" Id="Rd002615aa56f482c" /><Relationship Type="http://schemas.openxmlformats.org/officeDocument/2006/relationships/notesSlide" Target="/ppt/notesSlides/notesSlide4.xml" Id="R82bfb52a477742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2a19555b74384" /><Relationship Type="http://schemas.openxmlformats.org/officeDocument/2006/relationships/image" Target="/ppt/media/image5.png" Id="R87571368e1be4752" /><Relationship Type="http://schemas.openxmlformats.org/officeDocument/2006/relationships/notesSlide" Target="/ppt/notesSlides/notesSlide5.xml" Id="R4ba6f75547444a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7076de4324856" /><Relationship Type="http://schemas.openxmlformats.org/officeDocument/2006/relationships/image" Target="/ppt/media/image6.png" Id="Rce8d539ee1a54faf" /><Relationship Type="http://schemas.openxmlformats.org/officeDocument/2006/relationships/notesSlide" Target="/ppt/notesSlides/notesSlide6.xml" Id="R6ee7934ec37941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48da84668e4496" /><Relationship Type="http://schemas.openxmlformats.org/officeDocument/2006/relationships/image" Target="/ppt/media/image7.png" Id="R4a3df87c03504657" /><Relationship Type="http://schemas.openxmlformats.org/officeDocument/2006/relationships/notesSlide" Target="/ppt/notesSlides/notesSlide7.xml" Id="Rc5c9356b62814e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51ce7550a44de8" /><Relationship Type="http://schemas.openxmlformats.org/officeDocument/2006/relationships/image" Target="/ppt/media/image8.png" Id="Ref4662e0495b4fbd" /><Relationship Type="http://schemas.openxmlformats.org/officeDocument/2006/relationships/notesSlide" Target="/ppt/notesSlides/notesSlide8.xml" Id="R9d669dbdde4e41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3a9fbe3334bc4" /><Relationship Type="http://schemas.openxmlformats.org/officeDocument/2006/relationships/image" Target="/ppt/media/image9.png" Id="Rf44eadbe61c44303" /><Relationship Type="http://schemas.openxmlformats.org/officeDocument/2006/relationships/notesSlide" Target="/ppt/notesSlides/notesSlide9.xml" Id="Rebc6621c1f214d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7a58cf3ae43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496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2cf35fa6147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2fbb9a82041a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32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2615aa56f482c"/>
          <a:srcRect xmlns:a="http://schemas.openxmlformats.org/drawingml/2006/main" l="0" t="3106" r="0" b="3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27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71368e1be475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058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d539ee1a54fa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0553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df87c035046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205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662e0495b4fb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777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eadbe61c443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2026-05-27T18:21:05.3920000Z</dcterms:created>
  <dcterms:modified xsi:type="dcterms:W3CDTF">2026-05-27T18:21:05.3920000Z</dcterms:modified>
</coreProperties>
</file>